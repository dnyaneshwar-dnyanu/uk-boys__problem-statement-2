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>
                <a:solidFill>
                  <a:srgbClr val="993300"/>
                </a:solidFill>
              </a:defRPr>
            </a:pPr>
            <a:r>
              <a:t>Kannada Word Builder &amp; Validator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660000"/>
                </a:solidFill>
              </a:defRPr>
            </a:pPr>
            <a:r>
              <a:t>Team: UK Boys</a:t>
            </a:r>
          </a:p>
          <a:p>
            <a:r>
              <a:t>Prem Kamble – 1MS23CS139</a:t>
            </a:r>
          </a:p>
          <a:p>
            <a:r>
              <a:t>Dnyaneshwar Bhajantri – 1MS23CS063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>
                <a:solidFill>
                  <a:srgbClr val="993300"/>
                </a:solidFill>
              </a:defRPr>
            </a:pPr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600">
                <a:solidFill>
                  <a:srgbClr val="660000"/>
                </a:solidFill>
              </a:defRPr>
            </a:pPr>
            <a:r>
              <a:t>Build, join &amp; validate Kannada words.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Uses Sandhi rules &amp; dictionary checks.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Adds vibhakti and suggests corrections.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>
                <a:solidFill>
                  <a:srgbClr val="993300"/>
                </a:solidFill>
              </a:defRPr>
            </a:pPr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600">
                <a:solidFill>
                  <a:srgbClr val="660000"/>
                </a:solidFill>
              </a:defRPr>
            </a:pPr>
            <a:r>
              <a:t>Sandhi-based joining.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Vibhakti addition.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Dictionary validation.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Fuzzy-matching for typos.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Smart combination hints.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>
                <a:solidFill>
                  <a:srgbClr val="993300"/>
                </a:solidFill>
              </a:defRPr>
            </a:pPr>
            <a:r>
              <a:t>Architecture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600">
                <a:solidFill>
                  <a:srgbClr val="660000"/>
                </a:solidFill>
              </a:defRPr>
            </a:pPr>
            <a:r>
              <a:t>Input Words → Sandhi Rules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→ Vibhakti Handling → Dictionary Check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→ Fuzzy Matching → Final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>
                <a:solidFill>
                  <a:srgbClr val="993300"/>
                </a:solidFill>
              </a:defRPr>
            </a:pPr>
            <a:r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600">
                <a:solidFill>
                  <a:srgbClr val="660000"/>
                </a:solidFill>
              </a:defRPr>
            </a:pPr>
            <a:r>
              <a:t>git clone &lt;repo-url&gt;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python -m venv venv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pip install -r requirements.txt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python generate_words.py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>
                <a:solidFill>
                  <a:srgbClr val="993300"/>
                </a:solidFill>
              </a:defRPr>
            </a:pPr>
            <a:r>
              <a:t>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600">
                <a:solidFill>
                  <a:srgbClr val="660000"/>
                </a:solidFill>
              </a:defRPr>
            </a:pPr>
            <a:r>
              <a:t>ಪುಸ್ತಕ + ಆಲಯ → ಪುಸ್ತಕಾಲಯ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ಅಂಚೆ + ಆಲಯ → ಅಂಚೆಯಾಲಯ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>
                <a:solidFill>
                  <a:srgbClr val="993300"/>
                </a:solidFill>
              </a:defRPr>
            </a:pPr>
            <a:r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600">
                <a:solidFill>
                  <a:srgbClr val="660000"/>
                </a:solidFill>
              </a:defRPr>
            </a:pPr>
            <a:r>
              <a:t>Located in dictionaries/ folder.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TXT / CSV formats.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Expandable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>
                <a:solidFill>
                  <a:srgbClr val="993300"/>
                </a:solidFill>
              </a:defRPr>
            </a:pPr>
            <a:r>
              <a:t>Result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600">
                <a:solidFill>
                  <a:srgbClr val="660000"/>
                </a:solidFill>
              </a:defRPr>
            </a:pPr>
            <a:r>
              <a:t>Correct Sandhi joining.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Proper vibhakti formation.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Validated outputs.</a:t>
            </a:r>
          </a:p>
          <a:p>
            <a:pPr lvl="1">
              <a:defRPr sz="2600">
                <a:solidFill>
                  <a:srgbClr val="660000"/>
                </a:solidFill>
              </a:defRPr>
            </a:pPr>
            <a:r>
              <a:t>Useful typo suggestions.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>
                <a:solidFill>
                  <a:srgbClr val="993300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600">
                <a:solidFill>
                  <a:srgbClr val="660000"/>
                </a:solidFill>
              </a:defRPr>
            </a:pPr>
            <a:r>
              <a:t>Kannada automation supporting clean writing.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